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5a242efa78adb25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5a242efa78adb25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5a242efa78adb25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5a242efa78adb25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5a242efa78adb25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5a242efa78adb25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5a242efa78adb2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5a242efa78adb2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